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uying/.accio/accounts/1783374221/agents/DID-82AD6B-3282AD6BU1787490-3624-7B9D3D/project/presentation/assets/icons/anch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650" y="977801"/>
            <a:ext cx="736550" cy="736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93879" y="1917502"/>
            <a:ext cx="29560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MARINE SALVAGE CONTRACTOR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644170" y="2222302"/>
            <a:ext cx="1855661" cy="797520"/>
          </a:xfrm>
          <a:prstGeom prst="rect">
            <a:avLst/>
          </a:prstGeom>
          <a:noFill/>
          <a:ln/>
        </p:spPr>
        <p:txBody>
          <a:bodyPr wrap="square" lIns="0" tIns="0" rIns="0" bIns="254000" rtlCol="0" anchor="t"/>
          <a:lstStyle/>
          <a:p>
            <a:pPr algn="ctr" indent="0" marL="0">
              <a:lnSpc>
                <a:spcPts val="2040"/>
              </a:lnSpc>
              <a:spcAft>
                <a:spcPts val="200"/>
              </a:spcAft>
              <a:buNone/>
            </a:pPr>
            <a:r>
              <a:rPr lang="en-US" sz="170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Salvage
</a:t>
            </a:r>
            <a:pPr algn="ctr" indent="0" marL="0">
              <a:lnSpc>
                <a:spcPts val="204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Wreck Removal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165550" y="3222873"/>
            <a:ext cx="812750" cy="38100"/>
          </a:xfrm>
          <a:prstGeom prst="rect">
            <a:avLst/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033461" y="3464123"/>
            <a:ext cx="30769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3,000 t  ·  Cutting  ·  Dewatering  ·  Recycling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119534" y="3718024"/>
            <a:ext cx="29047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YEARS  ·  120+ PROJECTS  ·  WORLDWIDE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477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YEARS OF SALVAGE EXPERIENCE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7950" y="1034802"/>
            <a:ext cx="660350" cy="38100"/>
          </a:xfrm>
          <a:prstGeom prst="rect">
            <a:avLst/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37742"/>
            <a:ext cx="5473318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A8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began in Primorsky Krai — the Russian Far East — one of the most demanding maritime regions in the world. The ports of Vladivostok and Nakhodka shaped our approach: strong currents, cold waters, tight schedules.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7950" y="2684413"/>
            <a:ext cx="5473318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A8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operate internationally — salvage, wreck removal and metal recycling for shipping companies, ports, insurers and government agencies.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53299" y="1568351"/>
            <a:ext cx="2482751" cy="1898600"/>
          </a:xfrm>
          <a:prstGeom prst="rect">
            <a:avLst/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home/wuying/.accio/accounts/1783374221/agents/DID-82AD6B-3282AD6BU1787490-3624-7B9D3D/project/presentation/assets/ab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4" y="1615976"/>
            <a:ext cx="2286000" cy="17017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950" y="3962549"/>
            <a:ext cx="1936700" cy="673001"/>
          </a:xfrm>
          <a:prstGeom prst="roundRect">
            <a:avLst>
              <a:gd name="adj" fmla="val 15097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76023" y="4099024"/>
            <a:ext cx="18005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76023" y="4394299"/>
            <a:ext cx="18005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571601" y="3962549"/>
            <a:ext cx="1936849" cy="673001"/>
          </a:xfrm>
          <a:prstGeom prst="roundRect">
            <a:avLst>
              <a:gd name="adj" fmla="val 15097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639672" y="4099024"/>
            <a:ext cx="18007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639672" y="4394299"/>
            <a:ext cx="18007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COMPLETED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35401" y="3962549"/>
            <a:ext cx="1936849" cy="673001"/>
          </a:xfrm>
          <a:prstGeom prst="roundRect">
            <a:avLst>
              <a:gd name="adj" fmla="val 15097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03472" y="4099024"/>
            <a:ext cx="18007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703472" y="4394299"/>
            <a:ext cx="18007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LIFTING CAPACITY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699200" y="3962549"/>
            <a:ext cx="1936849" cy="673001"/>
          </a:xfrm>
          <a:prstGeom prst="roundRect">
            <a:avLst>
              <a:gd name="adj" fmla="val 15097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767271" y="4099024"/>
            <a:ext cx="18007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767271" y="4394299"/>
            <a:ext cx="18007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SERVED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477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7950" y="1034802"/>
            <a:ext cx="660350" cy="38100"/>
          </a:xfrm>
          <a:prstGeom prst="rect">
            <a:avLst/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326803"/>
            <a:ext cx="1917650" cy="3308747"/>
          </a:xfrm>
          <a:prstGeom prst="roundRect">
            <a:avLst>
              <a:gd name="adj" fmla="val 52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wuying/.accio/accounts/1783374221/agents/DID-82AD6B-3282AD6BU1787490-3624-7B9D3D/project/presentation/assets/icons/anch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526" y="1539478"/>
            <a:ext cx="330101" cy="3301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2526" y="1983879"/>
            <a:ext cx="1599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LIFTING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2526" y="2187178"/>
            <a:ext cx="1599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3,000 TONNES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2526" y="2434828"/>
            <a:ext cx="15998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Pontoons, cranes and airbags for sunken and grounded vessels.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78001" y="1326803"/>
            <a:ext cx="1917799" cy="3308747"/>
          </a:xfrm>
          <a:prstGeom prst="roundRect">
            <a:avLst>
              <a:gd name="adj" fmla="val 52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home/wuying/.accio/accounts/1783374221/agents/DID-82AD6B-3282AD6BU1787490-3624-7B9D3D/project/presentation/assets/icons/sciss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576" y="1539478"/>
            <a:ext cx="330101" cy="3301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52576" y="1983879"/>
            <a:ext cx="16000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UNDERWATER CUTTING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752576" y="2339578"/>
            <a:ext cx="1600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DISMANTLING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752576" y="2587228"/>
            <a:ext cx="16000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and hull demolition by certified diving teams.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648200" y="1326803"/>
            <a:ext cx="1917650" cy="3308747"/>
          </a:xfrm>
          <a:prstGeom prst="roundRect">
            <a:avLst>
              <a:gd name="adj" fmla="val 52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home/wuying/.accio/accounts/1783374221/agents/DID-82AD6B-3282AD6BU1787490-3624-7B9D3D/project/presentation/assets/icons/drop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775" y="1539478"/>
            <a:ext cx="330101" cy="3301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22775" y="1983879"/>
            <a:ext cx="1599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DEWATERING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822775" y="2187178"/>
            <a:ext cx="1599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PUMPING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822775" y="2434828"/>
            <a:ext cx="15998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High-capacity pumping of flooded compartments and holds.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6718250" y="1326803"/>
            <a:ext cx="1917799" cy="3308747"/>
          </a:xfrm>
          <a:prstGeom prst="roundRect">
            <a:avLst>
              <a:gd name="adj" fmla="val 52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home/wuying/.accio/accounts/1783374221/agents/DID-82AD6B-3282AD6BU1787490-3624-7B9D3D/project/presentation/assets/icons/recy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826" y="1539478"/>
            <a:ext cx="330101" cy="33010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92826" y="1983879"/>
            <a:ext cx="1600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RECYCLING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892826" y="2187178"/>
            <a:ext cx="1600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PROCESSING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892826" y="2434828"/>
            <a:ext cx="16000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Eco-compliant removal and recycling of vessel metals.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477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REACH, FAR EAST ROOTS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7950" y="1034802"/>
            <a:ext cx="660350" cy="38100"/>
          </a:xfrm>
          <a:prstGeom prst="rect">
            <a:avLst/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301502"/>
            <a:ext cx="4616351" cy="2635151"/>
          </a:xfrm>
          <a:prstGeom prst="rect">
            <a:avLst/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wuying/.accio/accounts/1783374221/agents/DID-82AD6B-3282AD6BU1787490-3624-7B9D3D/project/presentation/assets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575" y="1349127"/>
            <a:ext cx="4419600" cy="2438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950" y="4038154"/>
            <a:ext cx="47086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800" dirty="0">
                <a:solidFill>
                  <a:srgbClr val="5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OF OPERATION — ILLUSTRATIVE MAP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03652" y="208002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44753" y="2016621"/>
            <a:ext cx="15734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RUSSIAN FAR EAST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44753" y="2232422"/>
            <a:ext cx="1573456" cy="283369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base — Primorye.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03652" y="278234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644753" y="2718941"/>
            <a:ext cx="14236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ASIA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44753" y="2934742"/>
            <a:ext cx="1423624" cy="283369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region for projects.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03652" y="348466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644753" y="3421261"/>
            <a:ext cx="8321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644753" y="3637062"/>
            <a:ext cx="832193" cy="283369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coverage.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477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AND EQUIPMENT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7950" y="1034802"/>
            <a:ext cx="660350" cy="38100"/>
          </a:xfrm>
          <a:prstGeom prst="rect">
            <a:avLst/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326803"/>
            <a:ext cx="3987850" cy="1578173"/>
          </a:xfrm>
          <a:prstGeom prst="roundRect">
            <a:avLst>
              <a:gd name="adj" fmla="val 643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0626" y="1539478"/>
            <a:ext cx="59583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82477" y="1539478"/>
            <a:ext cx="1796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PONTOONS &amp; AIRBAGS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82477" y="1787128"/>
            <a:ext cx="1796457" cy="288727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Flotation systems for lifts.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48200" y="1326803"/>
            <a:ext cx="3987850" cy="1578173"/>
          </a:xfrm>
          <a:prstGeom prst="roundRect">
            <a:avLst>
              <a:gd name="adj" fmla="val 643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60875" y="1539478"/>
            <a:ext cx="59583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622727" y="1539478"/>
            <a:ext cx="12665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CRANES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2727" y="1787128"/>
            <a:ext cx="1266507" cy="288727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and harbour cranes.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950" y="3057376"/>
            <a:ext cx="3987850" cy="1578173"/>
          </a:xfrm>
          <a:prstGeom prst="roundRect">
            <a:avLst>
              <a:gd name="adj" fmla="val 643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0626" y="3270052"/>
            <a:ext cx="59583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82477" y="3270052"/>
            <a:ext cx="13193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 SYSTEMS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2477" y="3517702"/>
            <a:ext cx="1319335" cy="288727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inspection, survey.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48200" y="3057376"/>
            <a:ext cx="3987850" cy="1578173"/>
          </a:xfrm>
          <a:prstGeom prst="roundRect">
            <a:avLst>
              <a:gd name="adj" fmla="val 643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60875" y="3270052"/>
            <a:ext cx="59583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22727" y="3270052"/>
            <a:ext cx="121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DIVING TEAMS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2727" y="3517702"/>
            <a:ext cx="1211250" cy="288727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divers, full gear.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PROJECTS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477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AND OPERATIONS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7950" y="984052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800" dirty="0">
                <a:solidFill>
                  <a:srgbClr val="5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IMAGERY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7950" y="1250752"/>
            <a:ext cx="660350" cy="38100"/>
          </a:xfrm>
          <a:prstGeom prst="rect">
            <a:avLst/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517452"/>
            <a:ext cx="3975199" cy="3118098"/>
          </a:xfrm>
          <a:prstGeom prst="roundRect">
            <a:avLst>
              <a:gd name="adj" fmla="val 325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4426" y="1653927"/>
            <a:ext cx="3702248" cy="2139851"/>
          </a:xfrm>
          <a:prstGeom prst="rect">
            <a:avLst/>
          </a:prstGeom>
          <a:solidFill>
            <a:srgbClr val="0C1830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home/wuying/.accio/accounts/1783374221/agents/DID-82AD6B-3282AD6BU1787490-3624-7B9D3D/project/presentation/assets/cas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051" y="1701552"/>
            <a:ext cx="3581400" cy="20065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426" y="3908078"/>
            <a:ext cx="3776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LIFTING — 2,800 t CARGO SHIP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426" y="4174778"/>
            <a:ext cx="377629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Pontoons and deck cranes; vessel refloated, stabilised and towed to the yard for recycling.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4426" y="4603998"/>
            <a:ext cx="37762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imagery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660850" y="1517452"/>
            <a:ext cx="3975199" cy="3118098"/>
          </a:xfrm>
          <a:prstGeom prst="roundRect">
            <a:avLst>
              <a:gd name="adj" fmla="val 325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7326" y="1653927"/>
            <a:ext cx="3702248" cy="2139851"/>
          </a:xfrm>
          <a:prstGeom prst="rect">
            <a:avLst/>
          </a:prstGeom>
          <a:solidFill>
            <a:srgbClr val="0C1830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/home/wuying/.accio/accounts/1783374221/agents/DID-82AD6B-3282AD6BU1787490-3624-7B9D3D/project/presentation/assets/case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951" y="1701552"/>
            <a:ext cx="3581400" cy="20065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97326" y="3908078"/>
            <a:ext cx="3776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UNDERWATER CUTTING — GROUNDED HULL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97326" y="4174778"/>
            <a:ext cx="377629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 and ROV sectioned the hull in shallow water; steel removed and processed on site.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797326" y="4603998"/>
            <a:ext cx="37762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imagery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477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US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7950" y="1034802"/>
            <a:ext cx="660350" cy="38100"/>
          </a:xfrm>
          <a:prstGeom prst="rect">
            <a:avLst/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326803"/>
            <a:ext cx="1917650" cy="3308747"/>
          </a:xfrm>
          <a:prstGeom prst="roundRect">
            <a:avLst>
              <a:gd name="adj" fmla="val 52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wuying/.accio/accounts/1783374221/agents/DID-82AD6B-3282AD6BU1787490-3624-7B9D3D/project/presentation/assets/icons/anchorcircle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526" y="1539478"/>
            <a:ext cx="330101" cy="3301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2526" y="1983879"/>
            <a:ext cx="1599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EXPERIENCE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2526" y="2250579"/>
            <a:ext cx="15998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years in the Far East and international waters.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578001" y="1326803"/>
            <a:ext cx="1917799" cy="3308747"/>
          </a:xfrm>
          <a:prstGeom prst="roundRect">
            <a:avLst>
              <a:gd name="adj" fmla="val 52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home/wuying/.accio/accounts/1783374221/agents/DID-82AD6B-3282AD6BU1787490-3624-7B9D3D/project/presentation/asset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576" y="1539478"/>
            <a:ext cx="330101" cy="3301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52576" y="1983879"/>
            <a:ext cx="1600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752576" y="2250579"/>
            <a:ext cx="16000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procedures and diving standards on every project.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648200" y="1326803"/>
            <a:ext cx="1917650" cy="3308747"/>
          </a:xfrm>
          <a:prstGeom prst="roundRect">
            <a:avLst>
              <a:gd name="adj" fmla="val 52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/home/wuying/.accio/accounts/1783374221/agents/DID-82AD6B-3282AD6BU1787490-3624-7B9D3D/project/presentation/assets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775" y="1539478"/>
            <a:ext cx="330101" cy="3301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22775" y="1983879"/>
            <a:ext cx="1599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RESPONSE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22775" y="2250579"/>
            <a:ext cx="15998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mobilisation for emergency salvage.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6718250" y="1326803"/>
            <a:ext cx="1917799" cy="3308747"/>
          </a:xfrm>
          <a:prstGeom prst="roundRect">
            <a:avLst>
              <a:gd name="adj" fmla="val 52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home/wuying/.accio/accounts/1783374221/agents/DID-82AD6B-3282AD6BU1787490-3624-7B9D3D/project/presentation/assets/icons/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826" y="1539478"/>
            <a:ext cx="330101" cy="3301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92826" y="1983879"/>
            <a:ext cx="1600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TEAM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892826" y="2250579"/>
            <a:ext cx="16000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engineers certified to international standards.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477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AND CLIENTS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7950" y="984052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800" dirty="0">
                <a:solidFill>
                  <a:srgbClr val="5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PARTNER LOGOS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7950" y="1250752"/>
            <a:ext cx="660350" cy="38100"/>
          </a:xfrm>
          <a:prstGeom prst="rect">
            <a:avLst/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517452"/>
            <a:ext cx="2590800" cy="1470124"/>
          </a:xfrm>
          <a:prstGeom prst="roundRect">
            <a:avLst>
              <a:gd name="adj" fmla="val 6911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7190" y="2063651"/>
            <a:ext cx="20121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PORTS ALLIANCE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72152" y="2336602"/>
            <a:ext cx="4623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76451" y="1517452"/>
            <a:ext cx="2590949" cy="1470124"/>
          </a:xfrm>
          <a:prstGeom prst="roundRect">
            <a:avLst>
              <a:gd name="adj" fmla="val 6911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57985" y="2063651"/>
            <a:ext cx="1827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BALTIC MARINE GROUP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0653" y="2336602"/>
            <a:ext cx="4623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45101" y="1517452"/>
            <a:ext cx="2590800" cy="1470124"/>
          </a:xfrm>
          <a:prstGeom prst="roundRect">
            <a:avLst>
              <a:gd name="adj" fmla="val 6911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3260" y="2063651"/>
            <a:ext cx="18743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EAST SHIPPING CO.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9302" y="2336602"/>
            <a:ext cx="4623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7950" y="3165277"/>
            <a:ext cx="2590800" cy="1470273"/>
          </a:xfrm>
          <a:prstGeom prst="roundRect">
            <a:avLst>
              <a:gd name="adj" fmla="val 6910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7549" y="3711476"/>
            <a:ext cx="22714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NORDIC SALVAGE &amp; TOWAGE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72152" y="3984427"/>
            <a:ext cx="4623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76451" y="3165277"/>
            <a:ext cx="2590949" cy="1470273"/>
          </a:xfrm>
          <a:prstGeom prst="roundRect">
            <a:avLst>
              <a:gd name="adj" fmla="val 6910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93734" y="3711476"/>
            <a:ext cx="21562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MARINE INSURERS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0653" y="3984427"/>
            <a:ext cx="4623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45101" y="3165277"/>
            <a:ext cx="2590800" cy="1470273"/>
          </a:xfrm>
          <a:prstGeom prst="roundRect">
            <a:avLst>
              <a:gd name="adj" fmla="val 6910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13999" y="3711476"/>
            <a:ext cx="20528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SUEZ MARITIME 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09302" y="3984427"/>
            <a:ext cx="4623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574477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7950" y="1034802"/>
            <a:ext cx="660350" cy="38100"/>
          </a:xfrm>
          <a:prstGeom prst="rect">
            <a:avLst/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489472"/>
            <a:ext cx="8128099" cy="876002"/>
          </a:xfrm>
          <a:prstGeom prst="roundRect">
            <a:avLst>
              <a:gd name="adj" fmla="val 115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wuying/.accio/accounts/1783374221/agents/DID-82AD6B-3282AD6BU1787490-3624-7B9D3D/project/presentation/assets/icons/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075" y="1775073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4026" y="1676698"/>
            <a:ext cx="7286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254026" y="1829098"/>
            <a:ext cx="72867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(977) 017-04-27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54026" y="2044898"/>
            <a:ext cx="7286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emergency line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7950" y="2543175"/>
            <a:ext cx="8128099" cy="876002"/>
          </a:xfrm>
          <a:prstGeom prst="roundRect">
            <a:avLst>
              <a:gd name="adj" fmla="val 115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home/wuying/.accio/accounts/1783374221/agents/DID-82AD6B-3282AD6BU1787490-3624-7B9D3D/project/presentation/assets/icons/envel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75" y="2828776"/>
            <a:ext cx="304800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54026" y="2730401"/>
            <a:ext cx="7286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254026" y="2882801"/>
            <a:ext cx="72867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ildus650@gmail.com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254026" y="3098602"/>
            <a:ext cx="7286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within 24 hours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7950" y="3596878"/>
            <a:ext cx="8128099" cy="876002"/>
          </a:xfrm>
          <a:prstGeom prst="roundRect">
            <a:avLst>
              <a:gd name="adj" fmla="val 11598"/>
            </a:avLst>
          </a:prstGeom>
          <a:solidFill>
            <a:srgbClr val="101F3D"/>
          </a:solidFill>
          <a:ln w="9525">
            <a:solidFill>
              <a:srgbClr val="1E2F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home/wuying/.accio/accounts/1783374221/agents/DID-82AD6B-3282AD6BU1787490-3624-7B9D3D/project/presentation/assets/icons/paperpla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75" y="3882479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54026" y="3784104"/>
            <a:ext cx="7286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254026" y="3936504"/>
            <a:ext cx="72867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@Sudopodembot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254026" y="4152305"/>
            <a:ext cx="7286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t.me/Sudopodembot — fastest channel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21326" y="1093887"/>
            <a:ext cx="1501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2F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WHEN YOU 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345241" y="1389162"/>
            <a:ext cx="645336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 FOR A CONSULTATION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11267" y="1951137"/>
            <a:ext cx="1721465" cy="279350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05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respond within 24 hours.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40112" y="2535287"/>
            <a:ext cx="3063627" cy="520601"/>
          </a:xfrm>
          <a:prstGeom prst="roundRect">
            <a:avLst>
              <a:gd name="adj" fmla="val 19516"/>
            </a:avLst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46179" y="2700338"/>
            <a:ext cx="2451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 ·  EMAIL  ·  PHONE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41750" y="3309789"/>
            <a:ext cx="660350" cy="38100"/>
          </a:xfrm>
          <a:prstGeom prst="rect">
            <a:avLst/>
          </a:prstGeom>
          <a:solidFill>
            <a:srgbClr val="2FB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85873" y="3601789"/>
            <a:ext cx="2772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 +7 (977) 017-04-27   ·   @Sudopodembot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 Salvage &amp; Wreck Removal — Company Presentation</dc:title>
  <dc:subject>PptxGenJS Presentation</dc:subject>
  <dc:creator>Ship Salvage &amp; Wreck Removal</dc:creator>
  <cp:lastModifiedBy>Ship Salvage &amp; Wreck Removal</cp:lastModifiedBy>
  <cp:revision>1</cp:revision>
  <dcterms:created xsi:type="dcterms:W3CDTF">2026-08-23T19:12:49Z</dcterms:created>
  <dcterms:modified xsi:type="dcterms:W3CDTF">2026-08-23T19:12:49Z</dcterms:modified>
</cp:coreProperties>
</file>